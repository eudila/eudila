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2bb6c5bdfc4d25" /><Relationship Type="http://schemas.openxmlformats.org/officeDocument/2006/relationships/extended-properties" Target="/docProps/app.xml" Id="R2f700db869284f37" /><Relationship Type="http://schemas.openxmlformats.org/officeDocument/2006/relationships/officeDocument" Target="/ppt/presentation.xml" Id="R6614ee14474940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8b38177114505"/>
  </p:sldMasterIdLst>
  <p:notesMasterIdLst>
    <p:notesMasterId xmlns:r="http://schemas.openxmlformats.org/officeDocument/2006/relationships" r:id="R2ceb38126df24075"/>
  </p:notesMasterIdLst>
  <p:sldIdLst>
    <p:sldId xmlns:r="http://schemas.openxmlformats.org/officeDocument/2006/relationships" id="256" r:id="R40f79077e0374ce3"/>
    <p:sldId xmlns:r="http://schemas.openxmlformats.org/officeDocument/2006/relationships" id="257" r:id="Rfafbb230749e4914"/>
    <p:sldId xmlns:r="http://schemas.openxmlformats.org/officeDocument/2006/relationships" id="258" r:id="R40fb92a18b7042a6"/>
    <p:sldId xmlns:r="http://schemas.openxmlformats.org/officeDocument/2006/relationships" id="259" r:id="R17dc15da261d4f9d"/>
    <p:sldId xmlns:r="http://schemas.openxmlformats.org/officeDocument/2006/relationships" id="260" r:id="R9db52348975a4374"/>
    <p:sldId xmlns:r="http://schemas.openxmlformats.org/officeDocument/2006/relationships" id="261" r:id="R671ecd9c27ff47a7"/>
    <p:sldId xmlns:r="http://schemas.openxmlformats.org/officeDocument/2006/relationships" id="262" r:id="R856b78302c514e53"/>
    <p:sldId xmlns:r="http://schemas.openxmlformats.org/officeDocument/2006/relationships" id="263" r:id="R00e0c8b3fa1f46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2cdba895e8402c" /><Relationship Type="http://schemas.openxmlformats.org/officeDocument/2006/relationships/slideMaster" Target="/ppt/slideMasters/slideMaster1.xml" Id="Ree78b38177114505" /><Relationship Type="http://schemas.openxmlformats.org/officeDocument/2006/relationships/notesMaster" Target="/ppt/notesMasters/notesMaster1.xml" Id="R2ceb38126df24075" /><Relationship Type="http://schemas.openxmlformats.org/officeDocument/2006/relationships/presProps" Target="/ppt/presProps.xml" Id="Rbd2b6230b1e34e29" /><Relationship Type="http://schemas.openxmlformats.org/officeDocument/2006/relationships/tableStyles" Target="/ppt/tableStyles.xml" Id="R43efaf6f382a4703" /><Relationship Type="http://schemas.openxmlformats.org/officeDocument/2006/relationships/slide" Target="/ppt/slides/slide1.xml" Id="R40f79077e0374ce3" /><Relationship Type="http://schemas.openxmlformats.org/officeDocument/2006/relationships/slide" Target="/ppt/slides/slide2.xml" Id="Rfafbb230749e4914" /><Relationship Type="http://schemas.openxmlformats.org/officeDocument/2006/relationships/slide" Target="/ppt/slides/slide3.xml" Id="R40fb92a18b7042a6" /><Relationship Type="http://schemas.openxmlformats.org/officeDocument/2006/relationships/slide" Target="/ppt/slides/slide4.xml" Id="R17dc15da261d4f9d" /><Relationship Type="http://schemas.openxmlformats.org/officeDocument/2006/relationships/slide" Target="/ppt/slides/slide5.xml" Id="R9db52348975a4374" /><Relationship Type="http://schemas.openxmlformats.org/officeDocument/2006/relationships/slide" Target="/ppt/slides/slide6.xml" Id="R671ecd9c27ff47a7" /><Relationship Type="http://schemas.openxmlformats.org/officeDocument/2006/relationships/slide" Target="/ppt/slides/slide7.xml" Id="R856b78302c514e53" /><Relationship Type="http://schemas.openxmlformats.org/officeDocument/2006/relationships/slide" Target="/ppt/slides/slide8.xml" Id="R00e0c8b3fa1f46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f91f2acb7145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e6e55cb4f140ce" /><Relationship Type="http://schemas.openxmlformats.org/officeDocument/2006/relationships/notesMaster" Target="/ppt/notesMasters/notesMaster1.xml" Id="Rba1fc6c52d8d43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7051a1a8bd4147" /><Relationship Type="http://schemas.openxmlformats.org/officeDocument/2006/relationships/notesMaster" Target="/ppt/notesMasters/notesMaster1.xml" Id="R59baaec10e974c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47e0bc6c2f4891" /><Relationship Type="http://schemas.openxmlformats.org/officeDocument/2006/relationships/notesMaster" Target="/ppt/notesMasters/notesMaster1.xml" Id="Rb61d075ac1bb45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969747d71d4c46" /><Relationship Type="http://schemas.openxmlformats.org/officeDocument/2006/relationships/notesMaster" Target="/ppt/notesMasters/notesMaster1.xml" Id="Rd20d2dcddab047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7ec8d778404a18" /><Relationship Type="http://schemas.openxmlformats.org/officeDocument/2006/relationships/notesMaster" Target="/ppt/notesMasters/notesMaster1.xml" Id="R6c225febd5ff4d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1eaa346ab8400e" /><Relationship Type="http://schemas.openxmlformats.org/officeDocument/2006/relationships/notesMaster" Target="/ppt/notesMasters/notesMaster1.xml" Id="R962602f07eae47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18646b63944014" /><Relationship Type="http://schemas.openxmlformats.org/officeDocument/2006/relationships/notesMaster" Target="/ppt/notesMasters/notesMaster1.xml" Id="Rb89d6777331b4b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230dfd34574ab8" /><Relationship Type="http://schemas.openxmlformats.org/officeDocument/2006/relationships/notesMaster" Target="/ppt/notesMasters/notesMaster1.xml" Id="Rd3ac9df0bf2344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Eudila es un proyecto web de registro emocional en desarrollo.</a:t>
            </a:r>
          </a:p>
          <a:p xmlns:a="http://schemas.openxmlformats.org/drawingml/2006/main">
            <a:r>
              <a:t>Fuente: PRODUCT.md y DESIGN.md del repositorio Eudila.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registrar ánimo, emoción y factores con poca fricción.</a:t>
            </a:r>
          </a:p>
          <a:p xmlns:a="http://schemas.openxmlformats.org/drawingml/2006/main">
            <a:r>
              <a:t>Fuente: PRODUCT.md; DESIGN.md; docs/design/evidence/apertura-2026-10-26/escritorio-1440.png.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recorrido actual tiene cinco pasos: tipo, ánimo, emoción, factores y confirmación.</a:t>
            </a:r>
          </a:p>
          <a:p xmlns:a="http://schemas.openxmlformats.org/drawingml/2006/main">
            <a:r>
              <a:t>Fuente: README.md y rutas app/registro del repositorio.</a:t>
            </a:r>
          </a:p>
          <a:p xmlns:a="http://schemas.openxmlformats.org/drawingml/2006/main">
            <a:r>
              <a:t>Imagen: landing/assets/app-registro.png, captura real de la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escala va de Muy desagradable a Muy agradable y conserva siete niveles.</a:t>
            </a:r>
          </a:p>
          <a:p xmlns:a="http://schemas.openxmlformats.org/drawingml/2006/main">
            <a:r>
              <a:t>Fuente: DESIGN.md; docs/design/mascota/README.md.</a:t>
            </a:r>
          </a:p>
          <a:p xmlns:a="http://schemas.openxmlformats.org/drawingml/2006/main">
            <a:r>
              <a:t>Imagen: docs/design/evidence/mascota-animo-2026-10-24/siete-estados.png.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vistas de evolución y factores son descriptivas y no clínicas.</a:t>
            </a:r>
          </a:p>
          <a:p xmlns:a="http://schemas.openxmlformats.org/drawingml/2006/main">
            <a:r>
              <a:t>El modo de vista previa permite exportar PDF, CSV y JSON en el navegador.</a:t>
            </a:r>
          </a:p>
          <a:p xmlns:a="http://schemas.openxmlformats.org/drawingml/2006/main">
            <a:r>
              <a:t>Fuente: PRODUCT.md y README.md, secciones Frontend completo, Evolución y factores.</a:t>
            </a:r>
          </a:p>
          <a:p xmlns:a="http://schemas.openxmlformats.org/drawingml/2006/main">
            <a:r>
              <a:t>Imagen: landing/assets/app-hoy.png; incluye un ejemplo ficticio identificado.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generación local de archivos no equivale a ausencia de almacenamiento remoto en una futura cuenta.</a:t>
            </a:r>
          </a:p>
          <a:p xmlns:a="http://schemas.openxmlformats.org/drawingml/2006/main">
            <a:r>
              <a:t>La Ayuda offline requiere una primera carga online; una llamada necesita señal telefónica.</a:t>
            </a:r>
          </a:p>
          <a:p xmlns:a="http://schemas.openxmlformats.org/drawingml/2006/main">
            <a:r>
              <a:t>Eudila no realiza diagnósticos ni reemplaza atención profesional.</a:t>
            </a:r>
          </a:p>
          <a:p xmlns:a="http://schemas.openxmlformats.org/drawingml/2006/main">
            <a:r>
              <a:t>Fuente: PRODUCT.md, README.md y docs/content/ayuda.md.</a:t>
            </a:r>
          </a:p>
          <a:p xmlns:a="http://schemas.openxmlformats.org/drawingml/2006/main">
            <a:r>
              <a:t>Imagen: recorte de docs/design/evidence/mascota-consistencia-2026-10-24/accion-coral.png.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autenticación no implica todavía sincronización de registros emocionales.</a:t>
            </a:r>
          </a:p>
          <a:p xmlns:a="http://schemas.openxmlformats.org/drawingml/2006/main">
            <a:r>
              <a:t>Google requiere credenciales OAuth configuradas.</a:t>
            </a:r>
          </a:p>
          <a:p xmlns:a="http://schemas.openxmlformats.org/drawingml/2006/main">
            <a:r>
              <a:t>La revisión clínica profesional de textos sigue pendiente.</a:t>
            </a:r>
          </a:p>
          <a:p xmlns:a="http://schemas.openxmlformats.org/drawingml/2006/main">
            <a:r>
              <a:t>Fuente: PRODUCT.md y README.md.</a:t>
            </a:r>
          </a:p>
          <a:p xmlns:a="http://schemas.openxmlformats.org/drawingml/2006/main">
            <a:r>
              <a:t>Imagen: docs/design/evidence/mascota-consistencia-2026-10-24/mascota-coral.png.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Visión del producto basada en los objetivos documentados, sin propuesta comercial.</a:t>
            </a:r>
          </a:p>
          <a:p xmlns:a="http://schemas.openxmlformats.org/drawingml/2006/main">
            <a:r>
              <a:t>Diario, sueño, fotos y logros permanecen en backlog.</a:t>
            </a:r>
          </a:p>
          <a:p xmlns:a="http://schemas.openxmlformats.org/drawingml/2006/main">
            <a:r>
              <a:t>Fuente: PRODUCT.md; README.md; GitHub Eudila/eudila.</a:t>
            </a:r>
          </a:p>
          <a:p xmlns:a="http://schemas.openxmlformats.org/drawingml/2006/main">
            <a:r>
              <a:t>Imagen: docs/design/evidence/mascota-logo-2026-10-24/icono-app-512.png.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2fa39dbe5649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6e0ab30474e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47defa032243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0dbe07932433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05fc7c6d5d48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c8a7a892104c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EF35EE-3289-4E08-B0BC-65CBB560DC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55AA358-AE39-452A-B653-1806212EE4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78052B3-B9DD-4ACF-A2FF-6F6EE4D955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19AE73-CAAB-4ECE-A62D-E21EF36DB1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27B44D4-20FC-463F-B44F-C8441D69E8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B31389-0C7D-4C57-88A8-292A3E80AF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1F41DF-D444-4015-BD0B-926D0F3BBD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3EC63C6-BBFA-4B68-947F-265A38774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F5BA89-5E4C-42C7-8AD7-A9A0D388A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8B4755-B155-43FF-AAC5-B2712C09A0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a0d38bdf214286" /><Relationship Type="http://schemas.openxmlformats.org/officeDocument/2006/relationships/slideLayout" Target="/ppt/slideLayouts/slideLayout1.xml" Id="R5dfedbe372a34904" /><Relationship Type="http://schemas.openxmlformats.org/officeDocument/2006/relationships/slideLayout" Target="/ppt/slideLayouts/slideLayout2.xml" Id="Raad9a7fe98654b2b" /><Relationship Type="http://schemas.openxmlformats.org/officeDocument/2006/relationships/slideLayout" Target="/ppt/slideLayouts/slideLayout3.xml" Id="R8902df30a202450c" /><Relationship Type="http://schemas.openxmlformats.org/officeDocument/2006/relationships/slideLayout" Target="/ppt/slideLayouts/slideLayout4.xml" Id="Rde125429a8524f0e" /><Relationship Type="http://schemas.openxmlformats.org/officeDocument/2006/relationships/slideLayout" Target="/ppt/slideLayouts/slideLayout5.xml" Id="R9254afa6967e4f6e" /><Relationship Type="http://schemas.openxmlformats.org/officeDocument/2006/relationships/slideLayout" Target="/ppt/slideLayouts/slideLayout6.xml" Id="R96b4378877314f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fedbe372a34904"/>
    <p:sldLayoutId xmlns:r="http://schemas.openxmlformats.org/officeDocument/2006/relationships" id="2147483650" r:id="Raad9a7fe98654b2b"/>
    <p:sldLayoutId xmlns:r="http://schemas.openxmlformats.org/officeDocument/2006/relationships" id="2147483651" r:id="R8902df30a202450c"/>
    <p:sldLayoutId xmlns:r="http://schemas.openxmlformats.org/officeDocument/2006/relationships" id="2147483652" r:id="Rde125429a8524f0e"/>
    <p:sldLayoutId xmlns:r="http://schemas.openxmlformats.org/officeDocument/2006/relationships" id="2147483653" r:id="R9254afa6967e4f6e"/>
    <p:sldLayoutId xmlns:r="http://schemas.openxmlformats.org/officeDocument/2006/relationships" id="2147483654" r:id="R96b4378877314f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570ae864bf441d" /><Relationship Type="http://schemas.openxmlformats.org/officeDocument/2006/relationships/image" Target="/ppt/media/image.png" Id="Rd4cc12d678c04f4e" /><Relationship Type="http://schemas.openxmlformats.org/officeDocument/2006/relationships/notesSlide" Target="/ppt/notesSlides/notesSlide1.xml" Id="Ra931e374a81847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3ec4c0f45d44e0" /><Relationship Type="http://schemas.openxmlformats.org/officeDocument/2006/relationships/image" Target="/ppt/media/image2.png" Id="R24000d348a884d56" /><Relationship Type="http://schemas.openxmlformats.org/officeDocument/2006/relationships/notesSlide" Target="/ppt/notesSlides/notesSlide2.xml" Id="Ra8486e88269046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7fb4a43f8047e8" /><Relationship Type="http://schemas.openxmlformats.org/officeDocument/2006/relationships/image" Target="/ppt/media/image3.png" Id="R1554b7d782ed4d13" /><Relationship Type="http://schemas.openxmlformats.org/officeDocument/2006/relationships/notesSlide" Target="/ppt/notesSlides/notesSlide3.xml" Id="R1298a11f2ae84a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c631b9833d479c" /><Relationship Type="http://schemas.openxmlformats.org/officeDocument/2006/relationships/image" Target="/ppt/media/image4.png" Id="Rcc29f63444ee484a" /><Relationship Type="http://schemas.openxmlformats.org/officeDocument/2006/relationships/notesSlide" Target="/ppt/notesSlides/notesSlide4.xml" Id="R835e21d70abb4b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77db5c623348ca" /><Relationship Type="http://schemas.openxmlformats.org/officeDocument/2006/relationships/image" Target="/ppt/media/image5.png" Id="R09635a6a4866453d" /><Relationship Type="http://schemas.openxmlformats.org/officeDocument/2006/relationships/notesSlide" Target="/ppt/notesSlides/notesSlide5.xml" Id="R668010e1e41b47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83113ee8114c24" /><Relationship Type="http://schemas.openxmlformats.org/officeDocument/2006/relationships/image" Target="/ppt/media/image6.png" Id="R6b9513d9e46a4792" /><Relationship Type="http://schemas.openxmlformats.org/officeDocument/2006/relationships/notesSlide" Target="/ppt/notesSlides/notesSlide6.xml" Id="R1e19bd0cb8c743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6c52c021174a8d" /><Relationship Type="http://schemas.openxmlformats.org/officeDocument/2006/relationships/image" Target="/ppt/media/image7.png" Id="R459c6cf00c45401b" /><Relationship Type="http://schemas.openxmlformats.org/officeDocument/2006/relationships/notesSlide" Target="/ppt/notesSlides/notesSlide7.xml" Id="Rffd919503eea4b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834513f2d3420d" /><Relationship Type="http://schemas.openxmlformats.org/officeDocument/2006/relationships/image" Target="/ppt/media/image8.png" Id="Rc828232dd99e4563" /><Relationship Type="http://schemas.openxmlformats.org/officeDocument/2006/relationships/notesSlide" Target="/ppt/notesSlides/notesSlide8.xml" Id="Rb5baa5afe00140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41CB8-BE95-40E5-9DBD-8A51474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58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1995-4CA5-4F13-8E3E-756F5F3C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895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0B410-C2B2-4E57-86E4-D31B1A96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5524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1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espejo tranquilo para</a:t>
            </a:r>
          </a:p>
          <a:p xmlns:a="http://schemas.openxmlformats.org/drawingml/2006/main">
            <a: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1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cada estado de ánimo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33F61-F206-4481-8678-C174FA96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5810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72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app abierta para registrar cómo te sentís, reconocer lo que influye en tu día y llevar más contexto a una conversación de cuidado.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B08BD-64FC-4515-AA87-EABE210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defPPr>
            <a:lvl1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1pPr>
            <a:lvl2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2pPr>
            <a:lvl3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3pPr>
            <a:lvl4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4pPr>
            <a:lvl5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5pPr>
            <a:lvl6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6pPr>
            <a:lvl7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7pPr>
            <a:lvl8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8pPr>
            <a:lvl9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pPr>
            <a:r>
              <a:rPr sz="1200" b="0">
                <a:solidFill>
                  <a:srgbClr val="AEA7C3"/>
                </a:solidFill>
                <a:latin typeface="Figtree"/>
                <a:ea typeface="Figtree"/>
                <a:cs typeface="Figtree"/>
              </a:rPr>
              <a:t>Presentación general · Octubre 2026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59F9B-3777-45C1-BFB2-C7EF6877BA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c12d678c04f4e"/>
          <a:stretch xmlns:a="http://schemas.openxmlformats.org/drawingml/2006/main"/>
        </p:blipFill>
        <p:spPr>
          <a:xfrm xmlns:a="http://schemas.openxmlformats.org/drawingml/2006/main">
            <a:off x="7239000" y="990600"/>
            <a:ext cx="4000500" cy="400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580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CE26B-0B78-46A9-81A0-093C7081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361E3-A56A-4D0D-90C6-282BAB08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registro breve para entender el día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069FF-434A-4802-AB59-3F848D73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6468B-9E9F-4013-A766-4F106772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Eudila propone una pausa simple, con lenguaje cotidiano y sin juzgar lo que aparece.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56849-72CE-437B-BCAC-BC8A61E3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5E012-0F33-4769-A6A9-DDF81373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40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Muchas veces el ánimo queda reducido a “bien” o “mal”.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5F243-F85F-45A4-92A2-E504D343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72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app ayuda a ponerle un nombre al estado, reconocer una emoción y anotar qué factores pudieron influir.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6288F-DC1A-4F44-975B-446EE2B7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447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El resultado es un registro propio que se puede volver a mirar con calma.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684FF-6610-459C-BEFE-80B07DC68E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00d348a884d5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19750" y="2286000"/>
            <a:ext cx="5886450" cy="33147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5CE93-61EE-4F3C-94B1-821DD048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772150"/>
            <a:ext cx="588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defPPr>
            <a:lvl1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1pPr>
            <a:lvl2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2pPr>
            <a:lvl3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3pPr>
            <a:lvl4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4pPr>
            <a:lvl5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5pPr>
            <a:lvl6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6pPr>
            <a:lvl7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7pPr>
            <a:lvl8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8pPr>
            <a:lvl9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pPr>
            <a:r>
              <a:rPr sz="1200" b="0">
                <a:solidFill>
                  <a:srgbClr val="AEA7C3"/>
                </a:solidFill>
                <a:latin typeface="Figtree"/>
                <a:ea typeface="Figtree"/>
                <a:cs typeface="Figtree"/>
              </a:rPr>
              <a:t>La experiencia presenta el orbe y abre el registro con una pregunta directa.</a:t>
            </a:r>
          </a:p>
        </p:txBody>
      </p:sp>
    </p:spTree>
    <p:extLst>
      <p:ext uri="{BB962C8B-B14F-4D97-AF65-F5344CB8AC3E}">
        <p14:creationId xmlns:p14="http://schemas.microsoft.com/office/powerpoint/2010/main" val="13045111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516E59-6847-477B-8034-C349B175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BDE9B-5873-4157-B9F5-168F1B2E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El recorrido de un registro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6DA2B-972C-4525-B723-4282BA6D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11E3E-C704-4CC7-BD78-24327938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pregunta principal por pantalla mantiene el foco y reduce la carga del momento.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83E8E-26BA-4BF5-855B-46479D0B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30662-6200-426E-837C-98D251C9C3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4b7d782ed4d13"/>
          <a:srcRect xmlns:a="http://schemas.openxmlformats.org/drawingml/2006/main" l="0" t="6000" r="0" b="41000"/>
          <a:stretch xmlns:a="http://schemas.openxmlformats.org/drawingml/2006/main"/>
        </p:blipFill>
        <p:spPr>
          <a:xfrm xmlns:a="http://schemas.openxmlformats.org/drawingml/2006/main">
            <a:off x="895350" y="2171700"/>
            <a:ext cx="3714750" cy="41719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BF6BF-C08D-4DA5-94B2-B6FEE111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054F5-BE59-4E21-8051-D0176D6E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Momento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396DB-D397-4B27-BB1F-6BEF300B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Mañana, tarde, noche o registro libre.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5EB87-36FC-4A7D-A105-2462D861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EB222-5AD8-491F-ACA8-9E2B932F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Ánimo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53981-11AB-403E-A18D-ED65A908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337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escala continua de siete estados.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CE71C7-BD84-4BFC-87A0-CB897784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2DF341-EC1D-4319-B0F1-893CCB44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Emoción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D2A6E-03D5-40B4-B575-F9C18234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148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palabra que ayude a precisar lo sentido.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1C764-66AE-45AF-B8CE-0ABF57E2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01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55029-0B47-4699-AB0D-C851C99A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Factores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70136-49E8-4E6F-8E00-AC7C7A20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958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Uno, varios o ninguno, según la experiencia del día.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623F34-E2FD-4067-9C62-0A5AE1B4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91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14DFBA-5C53-464C-A9D8-2D883CBC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72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Revisión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ADD366-CC7D-4FCB-A0F3-FD6909D3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persona confirma el registro antes de guardarlo.</a:t>
            </a:r>
          </a:p>
        </p:txBody>
      </p:sp>
    </p:spTree>
    <p:extLst>
      <p:ext uri="{BB962C8B-B14F-4D97-AF65-F5344CB8AC3E}">
        <p14:creationId xmlns:p14="http://schemas.microsoft.com/office/powerpoint/2010/main" val="5081989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4AE1F-0262-4B55-87DA-15E6163F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334A7-ECE3-4896-BB0C-B1AE66EA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Siete estados, sin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A121C-2DE9-42E7-A8AF-1013908B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09FD9-D345-4E9D-90EF-5B5CFF8E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orbe cambia de forma y color para acompañar matices sin convertirlos en categorías clínicas.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E8E13-302E-4C05-8282-2786C929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CF0CF-7049-4384-BA8A-285EC7B68A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9f63444ee484a"/>
          <a:srcRect xmlns:a="http://schemas.openxmlformats.org/drawingml/2006/main" l="89" t="0" r="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2266950"/>
            <a:ext cx="11010900" cy="27717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FDBC0-75F2-4360-83B0-9BECBF6B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defPPr>
            <a:lvl1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1pPr>
            <a:lvl2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2pPr>
            <a:lvl3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3pPr>
            <a:lvl4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4pPr>
            <a:lvl5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5pPr>
            <a:lvl6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6pPr>
            <a:lvl7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7pPr>
            <a:lvl8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8pPr>
            <a:lvl9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D8A4F2"/>
                </a:solidFill>
                <a:latin typeface="Figtree"/>
                <a:ea typeface="Figtree"/>
                <a:cs typeface="Figtree"/>
              </a:defRPr>
            </a:pPr>
            <a:r>
              <a:rPr sz="1350" b="1">
                <a:solidFill>
                  <a:srgbClr val="D8A4F2"/>
                </a:solidFill>
                <a:latin typeface="Figtree"/>
                <a:ea typeface="Figtree"/>
                <a:cs typeface="Figtree"/>
              </a:rPr>
              <a:t>Muy desagradable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93688-8DDC-44AE-887C-26D56311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314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defPPr>
            <a:lvl1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1pPr>
            <a:lvl2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2pPr>
            <a:lvl3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3pPr>
            <a:lvl4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4pPr>
            <a:lvl5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5pPr>
            <a:lvl6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6pPr>
            <a:lvl7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7pPr>
            <a:lvl8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8pPr>
            <a:lvl9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8EE2DF"/>
                </a:solidFill>
                <a:latin typeface="Figtree"/>
                <a:ea typeface="Figtree"/>
                <a:cs typeface="Figtree"/>
              </a:defRPr>
            </a:pPr>
            <a:r>
              <a:rPr sz="1350" b="1">
                <a:solidFill>
                  <a:srgbClr val="8EE2DF"/>
                </a:solidFill>
                <a:latin typeface="Figtree"/>
                <a:ea typeface="Figtree"/>
                <a:cs typeface="Figtree"/>
              </a:rPr>
              <a:t>Neutral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4C375-7030-4015-AED3-F7D02B0A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314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35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Muy agradable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77DF1-EBE7-402D-9CBE-E19AF39D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483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Cada estado vale por sí mismo. La interfaz evita felicitar los estados agradables o reprochar los difíciles.</a:t>
            </a:r>
          </a:p>
        </p:txBody>
      </p:sp>
    </p:spTree>
    <p:extLst>
      <p:ext uri="{BB962C8B-B14F-4D97-AF65-F5344CB8AC3E}">
        <p14:creationId xmlns:p14="http://schemas.microsoft.com/office/powerpoint/2010/main" val="7944550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FA840-DEA0-479D-924C-3E6BF35F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42E4E-E749-4A8D-9EB5-C9BAD00F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La información vuelve a la persona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BB21E-7BD2-4FF3-8A74-F2BD782A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C5AB1-0520-4E4D-BF62-5ECBCEA5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Los registros se organizan para consultar el día, el calendario y cambios observados a lo largo del tiempo.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0170F-BEEE-4CF2-BD97-EE2D75B0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59965-7038-41B7-838F-31E999631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35a6a4866453d"/>
          <a:srcRect xmlns:a="http://schemas.openxmlformats.org/drawingml/2006/main" l="0" t="3000" r="0" b="45000"/>
          <a:stretch xmlns:a="http://schemas.openxmlformats.org/drawingml/2006/main"/>
        </p:blipFill>
        <p:spPr>
          <a:xfrm xmlns:a="http://schemas.openxmlformats.org/drawingml/2006/main">
            <a:off x="876300" y="2190750"/>
            <a:ext cx="3714750" cy="41719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7FE41-0049-415B-AA3B-C555218E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622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Hoy y calendario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D597B-0C24-4C95-8FE5-1213B023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3845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Permiten volver a cada registro y conservar el contexto de la fecha.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698449-4268-42B8-9E28-DDD58954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29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Evolución y factores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213170-AB6F-41E0-BFB1-998C640E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05300"/>
            <a:ext cx="514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Describen lo observado sin estimar días faltantes, inferir causas ni producir diagnósticos.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7459DE-9C78-465C-9C76-A53E6935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Exportación personal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32173E-B269-43A0-9313-ABE79654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829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PDF para conversar y archivos CSV o JSON para llevarse el historial.</a:t>
            </a:r>
          </a:p>
        </p:txBody>
      </p:sp>
    </p:spTree>
    <p:extLst>
      <p:ext uri="{BB962C8B-B14F-4D97-AF65-F5344CB8AC3E}">
        <p14:creationId xmlns:p14="http://schemas.microsoft.com/office/powerpoint/2010/main" val="1999019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B85B8-45DD-45B2-8A18-FF7F25A0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8AE92-3326-486C-8C4A-D797123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Privacidad, ayuda y límites claros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7BB67-0324-4AA0-9E01-CEA4E095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58DAA-4412-4723-AF54-EBC85089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diseño busca que la persona conserve el control y sepa qué puede esperar de la herramienta.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83518-EA26-43D6-917D-85AE8A90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B8694-944B-4CC4-86D2-BE8FA3E5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3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Datos propios y portables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F9E83-EE5E-4FF9-9487-E6E23E1B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Las exportaciones se generan en el navegador. Esto evita un servidor adicional para producir los archivos, aunque una cuenta futura sí requerirá almacenamiento remoto seguro.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1F667-5D88-4651-A2B2-76082AE0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3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Ayuda disponible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2B114-AA97-46EB-AA5D-F7BD689E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953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pantalla Ayuda ahora reúne teléfonos y puede consultarse sin conexión después de la primera carga. Las llamadas requieren señal telefónica.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E8D5E-F4F5-442A-9452-2C0CD6D1D0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513d9e46a4792"/>
          <a:srcRect xmlns:a="http://schemas.openxmlformats.org/drawingml/2006/main" l="25000" t="50000" r="50000" b="0"/>
          <a:stretch xmlns:a="http://schemas.openxmlformats.org/drawingml/2006/main"/>
        </p:blipFill>
        <p:spPr>
          <a:xfrm xmlns:a="http://schemas.openxmlformats.org/drawingml/2006/main">
            <a:off x="6724650" y="2209800"/>
            <a:ext cx="3829050" cy="4171950"/>
          </a:xfrm>
          <a:prstGeom xmlns:a="http://schemas.openxmlformats.org/drawingml/2006/main" prst="roundRect">
            <a:avLst>
              <a:gd name="adj" fmla="val 3980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D1CB1E-E93D-4784-AF84-ABF4467C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912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 no diagnostica, no evalúa riesgo individual y no reemplaza la atención profesional.</a:t>
            </a:r>
          </a:p>
        </p:txBody>
      </p:sp>
    </p:spTree>
    <p:extLst>
      <p:ext uri="{BB962C8B-B14F-4D97-AF65-F5344CB8AC3E}">
        <p14:creationId xmlns:p14="http://schemas.microsoft.com/office/powerpoint/2010/main" val="13290255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5CA2B-D9C9-4823-90FA-E0513612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A130C-0B6F-430C-84D6-E8EF4786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Dónde estamos hoy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9493C-2BEA-4AC3-810B-0D49A663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76C5F-13D9-4FF7-AA82-2B426CFD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proyecto ya permite recorrer la experiencia principal, con límites técnicos todavía explícitos.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F4C96-914A-4776-80E0-1A39BDE0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8AD6B-79BD-46D9-A32F-352FAB7B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225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Disponible en la vista previa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1B984-9694-449B-8CAE-BAC5CF7B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914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Registro completo, historial de la pestaña, calendario, evolución, factores y exportaciones personales. También existen autenticación, recuperación y perfil privado.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70525-D6D7-490E-9D75-67CB77BD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225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Pendiente para una versión integrada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6FB65-DF5A-4793-843B-7BB436F5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67300"/>
            <a:ext cx="4914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Persistir los registros emocionales en una cuenta, completar la configuración de acceso y revisar profesionalmente los textos de análisis.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DF22D5-2AF0-4B13-A157-1359311FD4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9c6cf00c45401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05550" y="2266950"/>
            <a:ext cx="5200650" cy="3886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4568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DE4E0-7781-47D7-A859-39BAB5F9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37114-F5F2-4393-A2EC-9CFECFDC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3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Hacia dónde apunta Eudila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3BC4A-1ED4-416A-820A-8BFB9DD8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781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E5B4F-B0CC-4EFA-A16F-19BCDBED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695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9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Que registrar cómo te sentís sea tan simple como mirar el día, y tan útil como llegar a una conversación con más contexto.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E004D-9FE6-4F62-B47E-E057FBE7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685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próximo tramo busca consolidar la continuidad de los registros, reforzar el control sobre los datos y sumar funciones personales como diario, sueño, fotos y logros, siempre sin sustituir el acompañamiento humano.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7FFF6-AA2A-488B-B447-B0699637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Código abierto en github.com/Eudila/eudila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B7E6D-7FF1-4770-B833-DE1431150D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8232dd99e4563"/>
          <a:stretch xmlns:a="http://schemas.openxmlformats.org/drawingml/2006/main"/>
        </p:blipFill>
        <p:spPr>
          <a:xfrm xmlns:a="http://schemas.openxmlformats.org/drawingml/2006/main">
            <a:off x="8286750" y="1619250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833A5-5E0A-4CFF-A861-A28611FB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61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8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espejo tranquilo para cada estado de ánimo</a:t>
            </a:r>
          </a:p>
        </p:txBody>
      </p:sp>
    </p:spTree>
    <p:extLst>
      <p:ext uri="{BB962C8B-B14F-4D97-AF65-F5344CB8AC3E}">
        <p14:creationId xmlns:p14="http://schemas.microsoft.com/office/powerpoint/2010/main" val="17944437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2026-10-26T16:20:32.1280000Z</dcterms:created>
  <dcterms:modified xsi:type="dcterms:W3CDTF">2026-10-26T16:20:32.1280000Z</dcterms:modified>
</coreProperties>
</file>